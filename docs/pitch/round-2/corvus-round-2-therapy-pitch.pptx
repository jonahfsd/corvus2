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189ead266a424f" /><Relationship Type="http://schemas.openxmlformats.org/officeDocument/2006/relationships/extended-properties" Target="/docProps/app.xml" Id="R607de3aedc6c4ef2" /><Relationship Type="http://schemas.openxmlformats.org/officeDocument/2006/relationships/officeDocument" Target="/ppt/presentation.xml" Id="R86b52f6645bd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11ad7c3e44d03"/>
  </p:sldMasterIdLst>
  <p:notesMasterIdLst>
    <p:notesMasterId xmlns:r="http://schemas.openxmlformats.org/officeDocument/2006/relationships" r:id="R78b0746e36df4974"/>
  </p:notesMasterIdLst>
  <p:sldIdLst>
    <p:sldId xmlns:r="http://schemas.openxmlformats.org/officeDocument/2006/relationships" id="256" r:id="Ra0f95b9e7cf74a34"/>
    <p:sldId xmlns:r="http://schemas.openxmlformats.org/officeDocument/2006/relationships" id="257" r:id="R109e6990389f4a8a"/>
    <p:sldId xmlns:r="http://schemas.openxmlformats.org/officeDocument/2006/relationships" id="258" r:id="R5c3f8b8ba9c64ae9"/>
    <p:sldId xmlns:r="http://schemas.openxmlformats.org/officeDocument/2006/relationships" id="259" r:id="R912603da6b5f41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b5f3a1115744d6" /><Relationship Type="http://schemas.openxmlformats.org/officeDocument/2006/relationships/slideMaster" Target="/ppt/slideMasters/slideMaster1.xml" Id="Rbe711ad7c3e44d03" /><Relationship Type="http://schemas.openxmlformats.org/officeDocument/2006/relationships/notesMaster" Target="/ppt/notesMasters/notesMaster1.xml" Id="R78b0746e36df4974" /><Relationship Type="http://schemas.openxmlformats.org/officeDocument/2006/relationships/presProps" Target="/ppt/presProps.xml" Id="R96264d7072bb4d9f" /><Relationship Type="http://schemas.openxmlformats.org/officeDocument/2006/relationships/tableStyles" Target="/ppt/tableStyles.xml" Id="Rffb700fde355452f" /><Relationship Type="http://schemas.openxmlformats.org/officeDocument/2006/relationships/slide" Target="/ppt/slides/slide1.xml" Id="Ra0f95b9e7cf74a34" /><Relationship Type="http://schemas.openxmlformats.org/officeDocument/2006/relationships/slide" Target="/ppt/slides/slide2.xml" Id="R109e6990389f4a8a" /><Relationship Type="http://schemas.openxmlformats.org/officeDocument/2006/relationships/slide" Target="/ppt/slides/slide3.xml" Id="R5c3f8b8ba9c64ae9" /><Relationship Type="http://schemas.openxmlformats.org/officeDocument/2006/relationships/slide" Target="/ppt/slides/slide4.xml" Id="R912603da6b5f41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bc2a8cb3bf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fa4e9e0b24654" /><Relationship Type="http://schemas.openxmlformats.org/officeDocument/2006/relationships/notesMaster" Target="/ppt/notesMasters/notesMaster1.xml" Id="R758a68d68368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dc3de5a314b28" /><Relationship Type="http://schemas.openxmlformats.org/officeDocument/2006/relationships/notesMaster" Target="/ppt/notesMasters/notesMaster1.xml" Id="R566ebf644e0f40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2838c692fa4543" /><Relationship Type="http://schemas.openxmlformats.org/officeDocument/2006/relationships/notesMaster" Target="/ppt/notesMasters/notesMaster1.xml" Id="Rfe5f12f7d4ee4f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ecb11b96a43c6" /><Relationship Type="http://schemas.openxmlformats.org/officeDocument/2006/relationships/notesMaster" Target="/ppt/notesMasters/notesMaster1.xml" Id="R18590910388b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Here is the whole idea: Corvus turns an AI conversation into a path to the right therapist.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is 1:47 in the morning, and Maya tells an AI the truth: she is not okay. She tells it about the move, the breakup, and the panic she hides at work - things she has never said out 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 the AI listens. For a minute, she feels less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she closes the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script: docs/pitch/round-2/round-2-pitch-prep.md.</a:t>
            </a:r>
          </a:p>
          <a:p xmlns:a="http://schemas.openxmlformats.org/drawingml/2006/main">
            <a:r>
              <a:t>- Image is a fictional composite generated for this deck with the built-in image generator; it does not depict a real person or outcome.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0:33-1:00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therapist knows. No appointment exists. Nothing in her real life has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 getting help means starting over: searching profiles, checking insurance and availability, guessing who might understand her, filling out forms, and paying to retell the hardest parts of her life to a stranger.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She already did the hardest part. She said what was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script: docs/pitch/round-2/round-2-pitch-prep.md.</a:t>
            </a:r>
          </a:p>
          <a:p xmlns:a="http://schemas.openxmlformats.org/drawingml/2006/main">
            <a:r>
              <a:t>- This slide states the product problem and makes no prevalence or outcome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1:00-1:29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permission, Corvus turns what Maya shared into a manifest she controls: what happened, what she needs, and what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She can edit it, delete anything, or keep it private.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Corvus matches her with vetted therapists who are licensed, available, affordable, and fit her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Maya chooses. The system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script: docs/pitch/round-2/round-2-pitch-prep.md.</a:t>
            </a:r>
          </a:p>
          <a:p xmlns:a="http://schemas.openxmlformats.org/drawingml/2006/main">
            <a:r>
              <a:t>- Product boundary: docs/specs/wayfinder-production-alpha-prd-v0.1.md.</a:t>
            </a:r>
          </a:p>
          <a:p xmlns:a="http://schemas.openxmlformats.org/drawingml/2006/main">
            <a:r>
              <a:t>- The interface is a synthetic static concept created for this pitch. It is not evidence of implemented functionality or matching performance.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1:29-2:00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When Maya walks into her first session, the therapist already has the context she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She still tells her story in her own voice. She just does not have to start from zero and hope they get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therapist starts with context. Maya starts with a human.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People are already telling AI what is wrong. Corvus makes sure that conversation reaches someone who can actually help.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script: docs/pitch/round-2/round-2-pitch-prep.md.</a:t>
            </a:r>
          </a:p>
          <a:p xmlns:a="http://schemas.openxmlformats.org/drawingml/2006/main">
            <a:r>
              <a:t>- Image is a fictional composite generated for this deck using slide 1 as an identity reference; it does not depict a real person, therapist, session, or outcome.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347a72d8d44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c46baa251496c" /><Relationship Type="http://schemas.openxmlformats.org/officeDocument/2006/relationships/slideLayout" Target="/ppt/slideLayouts/slideLayout1.xml" Id="Rfe0ee6e32cf34e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ee6e32cf34e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bbc4573644d11" /><Relationship Type="http://schemas.openxmlformats.org/officeDocument/2006/relationships/image" Target="/ppt/media/image.png" Id="R6b42f533a0bc4ba4" /><Relationship Type="http://schemas.openxmlformats.org/officeDocument/2006/relationships/notesSlide" Target="/ppt/notesSlides/notesSlide1.xml" Id="R86a865329e37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f3b626d2e42b6" /><Relationship Type="http://schemas.openxmlformats.org/officeDocument/2006/relationships/notesSlide" Target="/ppt/notesSlides/notesSlide2.xml" Id="Rf89461a2efc9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a639a5a064333" /><Relationship Type="http://schemas.openxmlformats.org/officeDocument/2006/relationships/image" Target="/ppt/media/image2.png" Id="Rf8bc050f505a428f" /><Relationship Type="http://schemas.openxmlformats.org/officeDocument/2006/relationships/notesSlide" Target="/ppt/notesSlides/notesSlide3.xml" Id="Re72f5b334bf544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ee4a5e5b84484" /><Relationship Type="http://schemas.openxmlformats.org/officeDocument/2006/relationships/image" Target="/ppt/media/image3.png" Id="R8d8e8944d6c54b50" /><Relationship Type="http://schemas.openxmlformats.org/officeDocument/2006/relationships/notesSlide" Target="/ppt/notesSlides/notesSlide4.xml" Id="R28a8dc4f2154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2">
            <a:extLst xmlns:a="http://schemas.openxmlformats.org/drawingml/2006/main">
              <a:ext uri="{FF2B5EF4-FFF2-40B4-BE49-F238E27FC236}">
                <a16:creationId xmlns:a16="http://schemas.microsoft.com/office/drawing/2014/main" id="{D7051D99-7F00-40E3-B429-AE32369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CORVUS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396DF957-A8C7-49AC-BAE3-958FDBC5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2">
            <a:extLst xmlns:a="http://schemas.openxmlformats.org/drawingml/2006/main">
              <a:ext uri="{FF2B5EF4-FFF2-40B4-BE49-F238E27FC236}">
                <a16:creationId xmlns:a16="http://schemas.microsoft.com/office/drawing/2014/main" id="{8D51CE1C-3BF4-46F9-A35E-65FE608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2">
            <a:extLst xmlns:a="http://schemas.openxmlformats.org/drawingml/2006/main">
              <a:ext uri="{FF2B5EF4-FFF2-40B4-BE49-F238E27FC236}">
                <a16:creationId xmlns:a16="http://schemas.microsoft.com/office/drawing/2014/main" id="{F3A88BBC-ECA8-430A-AAC3-873FA03A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2">
            <a:extLst xmlns:a="http://schemas.openxmlformats.org/drawingml/2006/main">
              <a:ext uri="{FF2B5EF4-FFF2-40B4-BE49-F238E27FC236}">
                <a16:creationId xmlns:a16="http://schemas.microsoft.com/office/drawing/2014/main" id="{E013166A-97C0-458D-801F-51362263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2">
            <a:extLst xmlns:a="http://schemas.openxmlformats.org/drawingml/2006/main">
              <a:ext uri="{FF2B5EF4-FFF2-40B4-BE49-F238E27FC236}">
                <a16:creationId xmlns:a16="http://schemas.microsoft.com/office/drawing/2014/main" id="{FD468988-D43A-4DA5-848C-68C40B45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AD8098AA-5BFF-4CFF-BADE-8E8EAB2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390833B5-6799-4CB3-BD3F-4801ADE1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 1:47 a.m.,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Maya says it out loud.</a:t>
            </a:r>
          </a:p>
        </p:txBody>
      </p:sp>
      <p:sp>
        <p:nvSpPr>
          <p:cNvPr id="10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C93228B2-61C2-4642-A861-4D67789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The move. The breakup.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The panic she hides at work.</a:t>
            </a:r>
          </a:p>
        </p:txBody>
      </p:sp>
      <p:sp>
        <p:nvSpPr>
          <p:cNvPr id="11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6DD737C0-34FA-4C70-B21E-3B58E96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2" name="problem-outcome">
            <a:extLst xmlns:a="http://schemas.openxmlformats.org/drawingml/2006/main">
              <a:ext uri="{FF2B5EF4-FFF2-40B4-BE49-F238E27FC236}">
                <a16:creationId xmlns:a16="http://schemas.microsoft.com/office/drawing/2014/main" id="{B982973F-769C-4B15-99A5-B9F852F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57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AI listens.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Then Maya closes the app.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2f533a0bc4ba4"/>
          <a:srcRect xmlns:a="http://schemas.openxmlformats.org/drawingml/2006/main" l="22485" t="0" r="22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914400"/>
            <a:ext cx="5029200" cy="5143500"/>
          </a:xfrm>
          <a:prstGeom xmlns:a="http://schemas.openxmlformats.org/drawingml/2006/main" prst="rect">
            <a:avLst/>
          </a:prstGeom>
        </p:spPr>
      </p:pic>
      <p:sp>
        <p:nvSpPr>
          <p:cNvPr id="14" name="story-frame">
            <a:extLst xmlns:a="http://schemas.openxmlformats.org/drawingml/2006/main">
              <a:ext uri="{FF2B5EF4-FFF2-40B4-BE49-F238E27FC236}">
                <a16:creationId xmlns:a16="http://schemas.microsoft.com/office/drawing/2014/main" id="{FA2D41BF-17D5-4EC2-9BC8-A7C48E1D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904875"/>
            <a:ext cx="5048250" cy="516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829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1">
            <a:extLst xmlns:a="http://schemas.openxmlformats.org/drawingml/2006/main">
              <a:ext uri="{FF2B5EF4-FFF2-40B4-BE49-F238E27FC236}">
                <a16:creationId xmlns:a16="http://schemas.microsoft.com/office/drawing/2014/main" id="{D662621B-7494-4E0B-998D-AF8DB4B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CORVUS</a:t>
            </a:r>
          </a:p>
        </p:txBody>
      </p:sp>
      <p:sp>
        <p:nvSpPr>
          <p:cNvPr id="3" name="top-rule-1">
            <a:extLst xmlns:a="http://schemas.openxmlformats.org/drawingml/2006/main">
              <a:ext uri="{FF2B5EF4-FFF2-40B4-BE49-F238E27FC236}">
                <a16:creationId xmlns:a16="http://schemas.microsoft.com/office/drawing/2014/main" id="{8DE093CC-0A74-436C-A273-E17135AD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1">
            <a:extLst xmlns:a="http://schemas.openxmlformats.org/drawingml/2006/main">
              <a:ext uri="{FF2B5EF4-FFF2-40B4-BE49-F238E27FC236}">
                <a16:creationId xmlns:a16="http://schemas.microsoft.com/office/drawing/2014/main" id="{544287BB-3ED8-4C89-AE78-A0BB0C83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1">
            <a:extLst xmlns:a="http://schemas.openxmlformats.org/drawingml/2006/main">
              <a:ext uri="{FF2B5EF4-FFF2-40B4-BE49-F238E27FC236}">
                <a16:creationId xmlns:a16="http://schemas.microsoft.com/office/drawing/2014/main" id="{DBFA17E5-F47B-4C9B-A1AF-262A8A53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1">
            <a:extLst xmlns:a="http://schemas.openxmlformats.org/drawingml/2006/main">
              <a:ext uri="{FF2B5EF4-FFF2-40B4-BE49-F238E27FC236}">
                <a16:creationId xmlns:a16="http://schemas.microsoft.com/office/drawing/2014/main" id="{E1B26BCF-14FC-4C38-9CC2-5A9763F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1">
            <a:extLst xmlns:a="http://schemas.openxmlformats.org/drawingml/2006/main">
              <a:ext uri="{FF2B5EF4-FFF2-40B4-BE49-F238E27FC236}">
                <a16:creationId xmlns:a16="http://schemas.microsoft.com/office/drawing/2014/main" id="{747F115C-C625-4580-A8B2-199AC635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1">
            <a:extLst xmlns:a="http://schemas.openxmlformats.org/drawingml/2006/main">
              <a:ext uri="{FF2B5EF4-FFF2-40B4-BE49-F238E27FC236}">
                <a16:creationId xmlns:a16="http://schemas.microsoft.com/office/drawing/2014/main" id="{F0553739-008D-440E-876A-717138B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hesis-kicker">
            <a:extLst xmlns:a="http://schemas.openxmlformats.org/drawingml/2006/main">
              <a:ext uri="{FF2B5EF4-FFF2-40B4-BE49-F238E27FC236}">
                <a16:creationId xmlns:a16="http://schemas.microsoft.com/office/drawing/2014/main" id="{96EE5D73-853E-4BBD-98DA-D4894389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DROP-OFF</a:t>
            </a:r>
          </a:p>
        </p:txBody>
      </p:sp>
      <p:sp>
        <p:nvSpPr>
          <p:cNvPr id="10" name="thesis-title">
            <a:extLst xmlns:a="http://schemas.openxmlformats.org/drawingml/2006/main">
              <a:ext uri="{FF2B5EF4-FFF2-40B4-BE49-F238E27FC236}">
                <a16:creationId xmlns:a16="http://schemas.microsoft.com/office/drawing/2014/main" id="{964C59DC-022F-4BA5-8802-455BDD4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38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AI knows her story.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 therapist knows nothing.</a:t>
            </a:r>
          </a:p>
        </p:txBody>
      </p:sp>
      <p:sp>
        <p:nvSpPr>
          <p:cNvPr id="11" name="thesis-subtitle">
            <a:extLst xmlns:a="http://schemas.openxmlformats.org/drawingml/2006/main">
              <a:ext uri="{FF2B5EF4-FFF2-40B4-BE49-F238E27FC236}">
                <a16:creationId xmlns:a16="http://schemas.microsoft.com/office/drawing/2014/main" id="{29939A14-B880-4195-9646-0F79DC8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Getting help still means starting over.</a:t>
            </a:r>
          </a:p>
        </p:txBody>
      </p:sp>
      <p:sp>
        <p:nvSpPr>
          <p:cNvPr id="12" name="founder-line">
            <a:extLst xmlns:a="http://schemas.openxmlformats.org/drawingml/2006/main">
              <a:ext uri="{FF2B5EF4-FFF2-40B4-BE49-F238E27FC236}">
                <a16:creationId xmlns:a16="http://schemas.microsoft.com/office/drawing/2014/main" id="{4C8661A1-BD22-4476-A907-D4C491F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SEARCH  /  INSURANCE  /  INTAKE  /  RETELL</a:t>
            </a:r>
          </a:p>
        </p:txBody>
      </p:sp>
    </p:spTree>
    <p:extLst>
      <p:ext uri="{BB962C8B-B14F-4D97-AF65-F5344CB8AC3E}">
        <p14:creationId xmlns:p14="http://schemas.microsoft.com/office/powerpoint/2010/main" val="716092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3">
            <a:extLst xmlns:a="http://schemas.openxmlformats.org/drawingml/2006/main">
              <a:ext uri="{FF2B5EF4-FFF2-40B4-BE49-F238E27FC236}">
                <a16:creationId xmlns:a16="http://schemas.microsoft.com/office/drawing/2014/main" id="{BCE8AA36-B5E0-4761-AD18-3A736768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CORVUS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4624381B-2059-4CD7-9344-CA0DB3C8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3">
            <a:extLst xmlns:a="http://schemas.openxmlformats.org/drawingml/2006/main">
              <a:ext uri="{FF2B5EF4-FFF2-40B4-BE49-F238E27FC236}">
                <a16:creationId xmlns:a16="http://schemas.microsoft.com/office/drawing/2014/main" id="{11D7EE24-2E41-49DC-8821-C7FC5B1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3">
            <a:extLst xmlns:a="http://schemas.openxmlformats.org/drawingml/2006/main">
              <a:ext uri="{FF2B5EF4-FFF2-40B4-BE49-F238E27FC236}">
                <a16:creationId xmlns:a16="http://schemas.microsoft.com/office/drawing/2014/main" id="{DA3B6609-3E62-47F4-911A-5EE8663B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3">
            <a:extLst xmlns:a="http://schemas.openxmlformats.org/drawingml/2006/main">
              <a:ext uri="{FF2B5EF4-FFF2-40B4-BE49-F238E27FC236}">
                <a16:creationId xmlns:a16="http://schemas.microsoft.com/office/drawing/2014/main" id="{DB8383FF-1369-401B-98ED-D4CDFFD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3">
            <a:extLst xmlns:a="http://schemas.openxmlformats.org/drawingml/2006/main">
              <a:ext uri="{FF2B5EF4-FFF2-40B4-BE49-F238E27FC236}">
                <a16:creationId xmlns:a16="http://schemas.microsoft.com/office/drawing/2014/main" id="{B2E3F309-0E44-499C-9C14-73E7BCBF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3">
            <a:extLst xmlns:a="http://schemas.openxmlformats.org/drawingml/2006/main">
              <a:ext uri="{FF2B5EF4-FFF2-40B4-BE49-F238E27FC236}">
                <a16:creationId xmlns:a16="http://schemas.microsoft.com/office/drawing/2014/main" id="{8BA90A62-2127-45E6-BADA-F202A7D6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input-kicker">
            <a:extLst xmlns:a="http://schemas.openxmlformats.org/drawingml/2006/main">
              <a:ext uri="{FF2B5EF4-FFF2-40B4-BE49-F238E27FC236}">
                <a16:creationId xmlns:a16="http://schemas.microsoft.com/office/drawing/2014/main" id="{EB2C92A2-A34D-4E1F-B93B-E977A8AE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PRODUCT CONCEPT / SYNTHETIC SCENARIO</a:t>
            </a:r>
          </a:p>
        </p:txBody>
      </p:sp>
      <p:sp>
        <p:nvSpPr>
          <p:cNvPr id="10" name="input-title">
            <a:extLst xmlns:a="http://schemas.openxmlformats.org/drawingml/2006/main">
              <a:ext uri="{FF2B5EF4-FFF2-40B4-BE49-F238E27FC236}">
                <a16:creationId xmlns:a16="http://schemas.microsoft.com/office/drawing/2014/main" id="{EE68967E-8C61-4726-AF6D-600F7F3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She controls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handoff.</a:t>
            </a:r>
          </a:p>
        </p:txBody>
      </p:sp>
      <p:sp>
        <p:nvSpPr>
          <p:cNvPr id="11" name="input-copy">
            <a:extLst xmlns:a="http://schemas.openxmlformats.org/drawingml/2006/main">
              <a:ext uri="{FF2B5EF4-FFF2-40B4-BE49-F238E27FC236}">
                <a16:creationId xmlns:a16="http://schemas.microsoft.com/office/drawing/2014/main" id="{038B2A36-BFC3-499F-A689-FDFB500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Review the manifest.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Edit, delete, or withhold.</a:t>
            </a:r>
          </a:p>
        </p:txBody>
      </p:sp>
      <p:sp>
        <p:nvSpPr>
          <p:cNvPr id="12" name="input-accent">
            <a:extLst xmlns:a="http://schemas.openxmlformats.org/drawingml/2006/main">
              <a:ext uri="{FF2B5EF4-FFF2-40B4-BE49-F238E27FC236}">
                <a16:creationId xmlns:a16="http://schemas.microsoft.com/office/drawing/2014/main" id="{03C018AA-EE3A-4CB6-BE58-3272F5A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input-boundary">
            <a:extLst xmlns:a="http://schemas.openxmlformats.org/drawingml/2006/main">
              <a:ext uri="{FF2B5EF4-FFF2-40B4-BE49-F238E27FC236}">
                <a16:creationId xmlns:a16="http://schemas.microsoft.com/office/drawing/2014/main" id="{B27A89B7-5FD1-4A45-ADD9-E78B3C1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Maya chooses.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The system does not.</a:t>
            </a:r>
          </a:p>
        </p:txBody>
      </p:sp>
      <p:sp>
        <p:nvSpPr>
          <p:cNvPr id="14" name="input-screen-backing">
            <a:extLst xmlns:a="http://schemas.openxmlformats.org/drawingml/2006/main">
              <a:ext uri="{FF2B5EF4-FFF2-40B4-BE49-F238E27FC236}">
                <a16:creationId xmlns:a16="http://schemas.microsoft.com/office/drawing/2014/main" id="{49A772E4-9C0D-4AE1-9B9D-6E49E40C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981075"/>
            <a:ext cx="56959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c050f505a428f"/>
          <a:srcRect xmlns:a="http://schemas.openxmlformats.org/drawingml/2006/main" l="112" t="0" r="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990600"/>
            <a:ext cx="56769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24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4">
            <a:extLst xmlns:a="http://schemas.openxmlformats.org/drawingml/2006/main">
              <a:ext uri="{FF2B5EF4-FFF2-40B4-BE49-F238E27FC236}">
                <a16:creationId xmlns:a16="http://schemas.microsoft.com/office/drawing/2014/main" id="{B9FFC7BC-AB3F-481D-B216-91716F0D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CORVUS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B7AE2B1-5F8B-4C2A-ABF2-4C29456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4" name="left-grid-4">
            <a:extLst xmlns:a="http://schemas.openxmlformats.org/drawingml/2006/main">
              <a:ext uri="{FF2B5EF4-FFF2-40B4-BE49-F238E27FC236}">
                <a16:creationId xmlns:a16="http://schemas.microsoft.com/office/drawing/2014/main" id="{17A3BBDC-0D56-47F1-BA81-8CE5161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5" name="center-grid-4">
            <a:extLst xmlns:a="http://schemas.openxmlformats.org/drawingml/2006/main">
              <a:ext uri="{FF2B5EF4-FFF2-40B4-BE49-F238E27FC236}">
                <a16:creationId xmlns:a16="http://schemas.microsoft.com/office/drawing/2014/main" id="{91BB188E-E349-40AF-BD60-8C1E6566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6" name="right-grid-4">
            <a:extLst xmlns:a="http://schemas.openxmlformats.org/drawingml/2006/main">
              <a:ext uri="{FF2B5EF4-FFF2-40B4-BE49-F238E27FC236}">
                <a16:creationId xmlns:a16="http://schemas.microsoft.com/office/drawing/2014/main" id="{BD328320-0D67-4617-80F3-1DA42E4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09600"/>
            <a:ext cx="9525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7" name="bottom-rule-4">
            <a:extLst xmlns:a="http://schemas.openxmlformats.org/drawingml/2006/main">
              <a:ext uri="{FF2B5EF4-FFF2-40B4-BE49-F238E27FC236}">
                <a16:creationId xmlns:a16="http://schemas.microsoft.com/office/drawing/2014/main" id="{0BFB3843-7388-473E-A2AE-6AB1892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262626"/>
            </a:solidFill>
            <a:prstDash val="solid"/>
          </a:ln>
        </p:spPr>
      </p:sp>
      <p:sp>
        <p:nvSpPr>
          <p:cNvPr id="8" name="page-4">
            <a:extLst xmlns:a="http://schemas.openxmlformats.org/drawingml/2006/main">
              <a:ext uri="{FF2B5EF4-FFF2-40B4-BE49-F238E27FC236}">
                <a16:creationId xmlns:a16="http://schemas.microsoft.com/office/drawing/2014/main" id="{47080BD6-AE6A-46D0-81A3-3C63679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output-kicker">
            <a:extLst xmlns:a="http://schemas.openxmlformats.org/drawingml/2006/main">
              <a:ext uri="{FF2B5EF4-FFF2-40B4-BE49-F238E27FC236}">
                <a16:creationId xmlns:a16="http://schemas.microsoft.com/office/drawing/2014/main" id="{0A8259BC-A857-47A9-9189-41DAC05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5D49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5D49A"/>
                </a:solidFill>
                <a:latin typeface="Arial"/>
                <a:ea typeface="Arial"/>
                <a:cs typeface="Arial"/>
              </a:rPr>
              <a:t>THE HUMAN HANDOFF</a:t>
            </a:r>
          </a:p>
        </p:txBody>
      </p:sp>
      <p:sp>
        <p:nvSpPr>
          <p:cNvPr id="10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F47525EA-91F7-4D2A-8766-B9776FB0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4191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therapist starts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context.</a:t>
            </a:r>
          </a:p>
        </p:txBody>
      </p:sp>
      <p:sp>
        <p:nvSpPr>
          <p:cNvPr id="11" name="output-action">
            <a:extLst xmlns:a="http://schemas.openxmlformats.org/drawingml/2006/main">
              <a:ext uri="{FF2B5EF4-FFF2-40B4-BE49-F238E27FC236}">
                <a16:creationId xmlns:a16="http://schemas.microsoft.com/office/drawing/2014/main" id="{D53125D5-C4E5-4D0C-90D7-98A55A1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Maya still tells her story.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EDED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DED"/>
                </a:solidFill>
                <a:latin typeface="Arial"/>
                <a:ea typeface="Arial"/>
                <a:cs typeface="Arial"/>
              </a:rPr>
              <a:t>She just does not start from zero.</a:t>
            </a:r>
          </a:p>
        </p:txBody>
      </p:sp>
      <p:sp>
        <p:nvSpPr>
          <p:cNvPr id="12" name="output-accent">
            <a:extLst xmlns:a="http://schemas.openxmlformats.org/drawingml/2006/main">
              <a:ext uri="{FF2B5EF4-FFF2-40B4-BE49-F238E27FC236}">
                <a16:creationId xmlns:a16="http://schemas.microsoft.com/office/drawing/2014/main" id="{145FDA0B-C439-479F-A01C-7A70B8F3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D49A"/>
          </a:solidFill>
          <a:ln xmlns:a="http://schemas.openxmlformats.org/drawingml/2006/main" w="0">
            <a:solidFill>
              <a:srgbClr val="65D49A"/>
            </a:solidFill>
            <a:prstDash val="solid"/>
          </a:ln>
        </p:spPr>
      </p:sp>
      <p:sp>
        <p:nvSpPr>
          <p:cNvPr id="13" name="output-control">
            <a:extLst xmlns:a="http://schemas.openxmlformats.org/drawingml/2006/main">
              <a:ext uri="{FF2B5EF4-FFF2-40B4-BE49-F238E27FC236}">
                <a16:creationId xmlns:a16="http://schemas.microsoft.com/office/drawing/2014/main" id="{18A7CBAC-C298-43F6-B690-42151F0E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Maya starts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A1A1A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1A1A1"/>
                </a:solidFill>
                <a:latin typeface="Arial"/>
                <a:ea typeface="Arial"/>
                <a:cs typeface="Arial"/>
              </a:rPr>
              <a:t>with a human.</a:t>
            </a:r>
          </a:p>
        </p:txBody>
      </p:sp>
      <p:sp>
        <p:nvSpPr>
          <p:cNvPr id="14" name="recommendation-screen-backing">
            <a:extLst xmlns:a="http://schemas.openxmlformats.org/drawingml/2006/main">
              <a:ext uri="{FF2B5EF4-FFF2-40B4-BE49-F238E27FC236}">
                <a16:creationId xmlns:a16="http://schemas.microsoft.com/office/drawing/2014/main" id="{D3428881-CADB-49AA-97E9-63FF0CE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981075"/>
            <a:ext cx="6115050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e8944d6c54b50"/>
          <a:srcRect xmlns:a="http://schemas.openxmlformats.org/drawingml/2006/main" l="16147" t="0" r="16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990600"/>
            <a:ext cx="6096000" cy="506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88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2026-08-27T17:58:50.6120000Z</dcterms:created>
  <dcterms:modified xsi:type="dcterms:W3CDTF">2026-08-27T17:58:50.6120000Z</dcterms:modified>
</coreProperties>
</file>